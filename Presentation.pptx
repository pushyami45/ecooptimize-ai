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4D399"/>
                </a:solidFill>
                <a:latin typeface="Segoe UI"/>
              </a:defRPr>
            </a:pPr>
            <a:r>
              <a:t>EcoOptimize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8F5E9"/>
                </a:solidFill>
                <a:latin typeface="Segoe UI"/>
              </a:defRPr>
            </a:pPr>
            <a:r>
              <a:t>Intelligent Energy Management for Smart Buildings</a:t>
            </a:r>
            <a:br/>
            <a:r>
              <a:t>Yuva Yodha Energy Tech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114800"/>
            <a:ext cx="54864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34D399"/>
                </a:solidFill>
                <a:latin typeface="Segoe UI"/>
              </a:defRPr>
            </a:pPr>
            <a:r>
              <a:t>The Problem: Energy 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Nearly 40% of global energy is consumed by buildings.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Up to 30% of this energy is purely wasted.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Modern commercial real estate relies on outdated heating and lighting schedules.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34D399"/>
                </a:solidFill>
                <a:latin typeface="Segoe UI"/>
              </a:defRPr>
            </a:pPr>
            <a:r>
              <a:t>Why It Matters: The Global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Grid Strain: Peak loads threaten the stability of the power grid.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Decarbonization: Scope 2 emissions must be cut to reach Net-Zero targets.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Economic Burden: Operational costs are unnecessarily high for building owners.</a:t>
            </a:r>
          </a:p>
        </p:txBody>
      </p:sp>
      <p:pic>
        <p:nvPicPr>
          <p:cNvPr id="4" name="Picture 3" descr="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539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34D399"/>
                </a:solidFill>
                <a:latin typeface="Segoe UI"/>
              </a:defRPr>
            </a:pPr>
            <a:r>
              <a:t>The Solution: EcoOptimize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An intelligent, ML-driven platform perfectly integrated with existing BMS.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Dynamically adjusts HVAC and lighting based on actual, real-time data.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Operates entirely without human micro-management.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34D399"/>
                </a:solidFill>
                <a:latin typeface="Segoe UI"/>
              </a:defRPr>
            </a:pPr>
            <a:r>
              <a:t>Alignment to Smart Buildings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Transforms static infrastructure into responsive 'Smart' ecosystems.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Uses cutting-edge sensor telemetry and algorithmic processing.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Enhances tenant comfort while drastically lowering energy overhead.</a:t>
            </a:r>
          </a:p>
        </p:txBody>
      </p:sp>
      <p:pic>
        <p:nvPicPr>
          <p:cNvPr id="4" name="Picture 3" descr="green_buil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669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34D399"/>
                </a:solidFill>
                <a:latin typeface="Segoe UI"/>
              </a:defRPr>
            </a:pPr>
            <a:r>
              <a:t>Key Features &amp; The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Interactive Dashboard: Live tracking of energy savings and carbon reduction.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Automated Controls: System autonomously commands HVAC set-points.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Anomaly Detection: Sends automatic alerts for unusual power drain.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34D399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Data Ingestion: IoT MQTT streams (occupancy) + REST APIs (weather forecasts).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Machine Learning: Deep Time-Series forecasting and Reinforcement Learning.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Interfaces: Standardized BACnet &amp; Modbus communication protocols.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34D399"/>
                </a:solidFill>
                <a:latin typeface="Segoe UI"/>
              </a:defRPr>
            </a:pPr>
            <a:r>
              <a:t>Innovation: Privacy-First Edge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Processed Locally: Leverages NPUs (like Snapdragon) for localized inference.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Zero Latency: Immediate set-point adjustment on the physical hardware.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Peak Privacy: Data doesn't need to be pushed to an external cloud.</a:t>
            </a:r>
          </a:p>
        </p:txBody>
      </p:sp>
      <p:pic>
        <p:nvPicPr>
          <p:cNvPr id="4" name="Picture 3" descr="iot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185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34D399"/>
                </a:solidFill>
                <a:latin typeface="Segoe UI"/>
              </a:defRPr>
            </a:pPr>
            <a:r>
              <a:t>Expected Impact &amp; Beneficiaries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Projected 20% to 30% reduction in HVAC and lighting energy usage.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Facility Managers: Reduced utility bills and lowered maintenance hours.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Planet Earth: Significant decarbonization step in commercial environments.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34D399"/>
                </a:solidFill>
                <a:latin typeface="Segoe UI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Phase 1: Prototype Mock Dashboard &amp; Core ML Algorithm (Current).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Phase 2: Internal Pilot in a single commercial office space.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Phase 3: Hardware integration into legacy Building Management Systems.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Phase 4: Full-Scale SaaS Commercial Rollout.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34D399"/>
                </a:solidFill>
                <a:latin typeface="Segoe UI"/>
              </a:defRPr>
            </a:pPr>
            <a:r>
              <a:t>Team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Pushyami Reddy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Software Engineer | Data Engineering &amp; AI Developer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Email: pushyami.reddy@example.com (Edit this)</a:t>
            </a:r>
          </a:p>
          <a:p>
            <a:pPr>
              <a:spcAft>
                <a:spcPts val="1400"/>
              </a:spcAft>
              <a:defRPr sz="2400">
                <a:solidFill>
                  <a:srgbClr val="E8F5E9"/>
                </a:solidFill>
                <a:latin typeface="Segoe UI"/>
              </a:defRPr>
            </a:pPr>
            <a:r>
              <a:t>• Location: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